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5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89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81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0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78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97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8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4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8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5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866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1884" y="502920"/>
            <a:ext cx="1045955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rPr dirty="0"/>
              <a:t>Sales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26661"/>
            <a:ext cx="1024128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b="1" dirty="0"/>
              <a:t>Data Analytics Project</a:t>
            </a:r>
          </a:p>
          <a:p>
            <a:pPr>
              <a:spcAft>
                <a:spcPts val="1400"/>
              </a:spcAft>
              <a:defRPr sz="2200"/>
            </a:pPr>
            <a:r>
              <a:rPr b="1" dirty="0"/>
              <a:t>January – June 2026</a:t>
            </a:r>
          </a:p>
          <a:p>
            <a:pPr>
              <a:spcAft>
                <a:spcPts val="1400"/>
              </a:spcAft>
              <a:defRPr sz="2200"/>
            </a:pPr>
            <a:r>
              <a:rPr b="1" dirty="0"/>
              <a:t>Tools: Excel • MySQL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Analyze sales and profitability performance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Track key business KPIs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Identify high-performing regions, categories and products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Analyze monthly trends and order status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Provide actionable, data-driven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Dataset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Dataset: 1,500 simulated sales transactions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Period: January – June 2026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Excel — data validation and calculation checks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MySQL — KPI and performance analysis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Power BI — interactive dashboard and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Checked for missing values — no blanks identified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Checked duplicate Order IDs — no duplicates identified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Validated Sales calculations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Validated Profit calculations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Cross-checked KPI results using SQL and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Total Sales: ₹5.95 Cr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Completed Orders: 1,333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Average Order Value: ₹44,627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Total Profit: ₹1.80 Cr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Profit Margin: 30.20%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Order Completion Rate: 88.87%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Dashboard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Monthly Sales Trend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Sales by Region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Sales by Category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Top Product Performance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Order Status Analysis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Interactive Date, Region, Category and Status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Central recorded the highest regional sales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Electronics was the highest-selling category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Laptop generated the highest product sales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Completed orders represented 88.87% of all records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Sales remained relatively consistent across the six-month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Focus on high-performing categories such as Electronics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Monitor cancelled and returned orders to improve completion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Compare regional performance to identify growth opportunities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Track profitability alongside sales when evaluating products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Use KPI trends for regular performance reviews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Dataset is simulated and covers only six months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No lead/visitor data, so true marketing conversion rate cannot be calculated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Future scope: customer segmentation and retention analysis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Add target vs actual and year-over-year analysis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Automate data refresh and expand return/cancellation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• The project demonstrates an end-to-end analytics workflow from data validation and SQL analysis to interactive Power BI visualization.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• The dashboard converts transactional data into clear business insights, helping stakeholders monitor KPIs, identify trends and support data-driven decisions.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4</TotalTime>
  <Words>389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Rajveer Singh Chouhan</cp:lastModifiedBy>
  <cp:revision>2</cp:revision>
  <dcterms:created xsi:type="dcterms:W3CDTF">2013-01-27T09:14:16Z</dcterms:created>
  <dcterms:modified xsi:type="dcterms:W3CDTF">2026-10-07T10:07:31Z</dcterms:modified>
  <cp:category/>
</cp:coreProperties>
</file>